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Gyro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Geometric Foundation for Context-Dependent Reasoning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Classical logic assumes context-independence</a:t>
            </a:r>
          </a:p>
          <a:p>
            <a:pPr/>
            <a:r>
              <a:t>Real-world reasoning is observer-dependent</a:t>
            </a:r>
          </a:p>
          <a:p>
            <a:pPr/>
            <a:r>
              <a:t>Mismatch between theory and reality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Non-monotonic logic → discrete</a:t>
            </a:r>
          </a:p>
          <a:p>
            <a:pPr/>
            <a:r>
              <a:t>Modal logic → symbolic</a:t>
            </a:r>
          </a:p>
          <a:p>
            <a:pPr/>
            <a:r>
              <a:t>Probabilistic models → statistical</a:t>
            </a:r>
          </a:p>
          <a:p>
            <a:pPr/>
            <a:r>
              <a:t>No unified geometric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Truth is not a value</a:t>
            </a:r>
          </a:p>
          <a:p>
            <a:pPr/>
            <a:r>
              <a:t>Truth is a geometric object</a:t>
            </a:r>
          </a:p>
          <a:p>
            <a:pPr/>
            <a:r>
              <a:t>Meaning depends on observer and 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Truth = point in manifold</a:t>
            </a:r>
          </a:p>
          <a:p>
            <a:pPr/>
            <a:r>
              <a:t>Conflict = curvature</a:t>
            </a:r>
          </a:p>
          <a:p>
            <a:pPr/>
            <a:r>
              <a:t>Inference = geodesic</a:t>
            </a:r>
          </a:p>
          <a:p>
            <a:pPr/>
            <a:r>
              <a:t>Logic = geometry + dynamics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Model</a:t>
            </a:r>
          </a:p>
        </p:txBody>
      </p:sp>
      <p:pic>
        <p:nvPicPr>
          <p:cNvPr id="3" name="Picture 2" descr="gyroos_mast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54521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Theoretical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Non-monotonic</a:t>
            </a:r>
          </a:p>
          <a:p>
            <a:pPr/>
            <a:r>
              <a:t>Observer-dependent</a:t>
            </a:r>
          </a:p>
          <a:p>
            <a:pPr/>
            <a:r>
              <a:t>Non-commutative</a:t>
            </a:r>
          </a:p>
          <a:p>
            <a:pPr/>
            <a:r>
              <a:t>History-aware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 to Existing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Differential geometry</a:t>
            </a:r>
          </a:p>
          <a:p>
            <a:pPr/>
            <a:r>
              <a:t>Category theory</a:t>
            </a:r>
          </a:p>
          <a:p>
            <a:pPr/>
            <a:r>
              <a:t>Logic systems</a:t>
            </a:r>
          </a:p>
          <a:p>
            <a:pPr/>
            <a:r>
              <a:t>Semantic modeling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Toward AGI-level reasoning</a:t>
            </a:r>
          </a:p>
          <a:p>
            <a:pPr/>
            <a:r>
              <a:t>Unified theoretical framework</a:t>
            </a:r>
          </a:p>
          <a:p>
            <a:pPr/>
            <a:r>
              <a:t>Geometry × Logic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New foundation for reasoning systems</a:t>
            </a:r>
          </a:p>
          <a:p>
            <a:pPr/>
            <a:r>
              <a:t>Beyond symbolic and statistical approaches</a:t>
            </a:r>
          </a:p>
          <a:p>
            <a:pPr/>
            <a:r>
              <a:t>Toward general intelligence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Research collaboration</a:t>
            </a:r>
          </a:p>
          <a:p>
            <a:pPr/>
            <a:r>
              <a:t>Theoretical exploration</a:t>
            </a:r>
          </a:p>
          <a:p>
            <a:pPr/>
            <a:r>
              <a:t>Joint development of reasoning frameworks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