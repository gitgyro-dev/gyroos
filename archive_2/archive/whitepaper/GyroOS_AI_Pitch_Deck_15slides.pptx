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Observation-Driven Operating System</a:t>
            </a:r>
          </a:p>
          <a:p>
            <a:r>
              <a:t>AIエージェント時代のための新しい計算基盤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AIシステムは単一プログラムではなく</a:t>
            </a:r>
          </a:p>
          <a:p>
            <a:r>
              <a:t>複数エージェントの相互作用になりつつある</a:t>
            </a:r>
          </a:p>
          <a:p/>
          <a:p>
            <a:r>
              <a:t>→ 従来OSでは設計前提が合わない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Systems Are Changing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Agents</a:t>
            </a:r>
          </a:p>
          <a:p>
            <a:r>
              <a:t>Autonomous Systems</a:t>
            </a:r>
          </a:p>
          <a:p>
            <a:r>
              <a:t>Multi-Agent Collaboration</a:t>
            </a:r>
          </a:p>
          <a:p/>
          <a:p>
            <a:r>
              <a:t>ソフトウェアは"観測と意思決定"中心へ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AIエージェント間で発生する問題</a:t>
            </a:r>
          </a:p>
          <a:p/>
          <a:p>
            <a:r>
              <a:t>・認識の衝突</a:t>
            </a:r>
          </a:p>
          <a:p>
            <a:r>
              <a:t>・状況依存の真理</a:t>
            </a:r>
          </a:p>
          <a:p>
            <a:r>
              <a:t>・履歴依存の意思決定</a:t>
            </a:r>
          </a:p>
          <a:p>
            <a:r>
              <a:t>・システム整合性の維持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Instruction-Driven Architecture</a:t>
            </a:r>
          </a:p>
          <a:p/>
          <a:p>
            <a:r>
              <a:t>Input → Compute → Output</a:t>
            </a:r>
          </a:p>
          <a:p/>
          <a:p>
            <a:r>
              <a:t>AIエージェント社会では不十分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Observation-Driven Computation</a:t>
            </a:r>
          </a:p>
          <a:p/>
          <a:p>
            <a:r>
              <a:t>World → Observation → Conflict → Resolution</a:t>
            </a:r>
          </a:p>
          <a:p>
            <a:r>
              <a:t>→ Learning → 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GyroOS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観測・認識・衝突・履歴・バランス</a:t>
            </a:r>
          </a:p>
          <a:p>
            <a:r>
              <a:t>を第一級概念として扱うOS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Observer-Relative Logic</a:t>
            </a:r>
          </a:p>
          <a:p/>
          <a:p>
            <a:r>
              <a:t>Truth = Eval(Slice(World, Query), Goal, Expectation)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World</a:t>
            </a:r>
          </a:p>
          <a:p>
            <a:r>
              <a:t>↓</a:t>
            </a:r>
          </a:p>
          <a:p>
            <a:r>
              <a:t>Query</a:t>
            </a:r>
          </a:p>
          <a:p>
            <a:r>
              <a:t>↓</a:t>
            </a:r>
          </a:p>
          <a:p>
            <a:r>
              <a:t>Slice</a:t>
            </a:r>
          </a:p>
          <a:p>
            <a:r>
              <a:t>↓</a:t>
            </a:r>
          </a:p>
          <a:p>
            <a:r>
              <a:t>Perception</a:t>
            </a:r>
          </a:p>
          <a:p>
            <a:r>
              <a:t>↓</a:t>
            </a:r>
          </a:p>
          <a:p>
            <a:r>
              <a:t>Conflict</a:t>
            </a:r>
          </a:p>
          <a:p>
            <a:r>
              <a:t>↓</a:t>
            </a:r>
          </a:p>
          <a:p>
            <a:r>
              <a:t>Resolution</a:t>
            </a:r>
          </a:p>
          <a:p>
            <a:r>
              <a:t>↓</a:t>
            </a:r>
          </a:p>
          <a:p>
            <a:r>
              <a:t>History</a:t>
            </a:r>
          </a:p>
          <a:p>
            <a:r>
              <a:t>↓</a:t>
            </a:r>
          </a:p>
          <a:p>
            <a:r>
              <a:t>Goal</a:t>
            </a:r>
          </a:p>
          <a:p>
            <a:r>
              <a:t>↓</a:t>
            </a:r>
          </a:p>
          <a:p>
            <a:r>
              <a:t>Balance</a:t>
            </a:r>
          </a:p>
          <a:p>
            <a:r>
              <a:t>↓</a:t>
            </a:r>
          </a:p>
          <a:p>
            <a:r>
              <a:t>World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Gyro Logic</a:t>
            </a:r>
          </a:p>
          <a:p>
            <a:r>
              <a:t>↓</a:t>
            </a:r>
          </a:p>
          <a:p>
            <a:r>
              <a:t>Gyro Machine</a:t>
            </a:r>
          </a:p>
          <a:p>
            <a:r>
              <a:t>↓</a:t>
            </a:r>
          </a:p>
          <a:p>
            <a:r>
              <a:t>GyroVM</a:t>
            </a:r>
          </a:p>
          <a:p>
            <a:r>
              <a:t>↓</a:t>
            </a:r>
          </a:p>
          <a:p>
            <a:r>
              <a:t>GyroOS Kernel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Observation-Driven Virtual Machine</a:t>
            </a:r>
          </a:p>
          <a:p/>
          <a:p>
            <a:r>
              <a:t>World</a:t>
            </a:r>
          </a:p>
          <a:p>
            <a:r>
              <a:t>Observer</a:t>
            </a:r>
          </a:p>
          <a:p>
            <a:r>
              <a:t>Query</a:t>
            </a:r>
          </a:p>
          <a:p>
            <a:r>
              <a:t>Perception</a:t>
            </a:r>
          </a:p>
          <a:p>
            <a:r>
              <a:t>Conflict</a:t>
            </a:r>
          </a:p>
          <a:p>
            <a:r>
              <a:t>History</a:t>
            </a:r>
          </a:p>
          <a:p>
            <a:r>
              <a:t>Balance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Agent Coordination</a:t>
            </a:r>
          </a:p>
          <a:p>
            <a:r>
              <a:t>Autonomous Systems</a:t>
            </a:r>
          </a:p>
          <a:p>
            <a:r>
              <a:t>Distributed AI</a:t>
            </a:r>
          </a:p>
          <a:p>
            <a:r>
              <a:t>Semantic Conflict Resolution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White Paper</a:t>
            </a:r>
          </a:p>
          <a:p>
            <a:r>
              <a:t>Logic Specification</a:t>
            </a:r>
          </a:p>
          <a:p>
            <a:r>
              <a:t>VM Architecture</a:t>
            </a:r>
          </a:p>
          <a:p>
            <a:r>
              <a:t>OS Kernel Design</a:t>
            </a:r>
          </a:p>
          <a:p>
            <a:r>
              <a:t>Python Prototype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Native OS Layer</a:t>
            </a:r>
          </a:p>
          <a:p/>
          <a:p>
            <a:r>
              <a:t>Future:</a:t>
            </a:r>
          </a:p>
          <a:p>
            <a:r>
              <a:t>Agent OS</a:t>
            </a:r>
          </a:p>
          <a:p>
            <a:r>
              <a:t>Autonomous Infrastructure</a:t>
            </a:r>
          </a:p>
          <a:p>
            <a:r>
              <a:t>Semantic Operating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GyroOS</a:t>
            </a:r>
          </a:p>
          <a:p/>
          <a:p>
            <a:r>
              <a:t>The Operating System</a:t>
            </a:r>
          </a:p>
          <a:p>
            <a:r>
              <a:t>for AI Agent Civilization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