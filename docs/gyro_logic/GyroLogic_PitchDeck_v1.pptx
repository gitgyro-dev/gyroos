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Gyro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New Reasoning Architecture Beyond Static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LLMs rely on static logic</a:t>
            </a:r>
          </a:p>
          <a:p>
            <a:pPr/>
            <a:r>
              <a:t>Cannot handle contradictions well</a:t>
            </a:r>
          </a:p>
          <a:p>
            <a:pPr/>
            <a:r>
              <a:t>Multi-agent reasoning breaks</a:t>
            </a:r>
          </a:p>
          <a:p>
            <a:pPr/>
            <a:r>
              <a:t>Real-world truth is multi-perspective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Truth treated as fixed value</a:t>
            </a:r>
          </a:p>
          <a:p>
            <a:pPr/>
            <a:r>
              <a:t>Logic assumed context-free</a:t>
            </a:r>
          </a:p>
          <a:p>
            <a:pPr/>
            <a:r>
              <a:t>Reasoning modeled as linear</a:t>
            </a:r>
          </a:p>
          <a:p>
            <a:pPr/>
            <a:r>
              <a:t>Reality is none of the above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Truth depends on Observer, Goal, History</a:t>
            </a:r>
          </a:p>
          <a:p>
            <a:pPr/>
            <a:r>
              <a:t>Context defines meaning</a:t>
            </a:r>
          </a:p>
          <a:p>
            <a:pPr/>
            <a:r>
              <a:t>Truth is not a value, but a 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Gyro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Truth = Point in space</a:t>
            </a:r>
          </a:p>
          <a:p>
            <a:pPr/>
            <a:r>
              <a:t>Conflict = Curvature</a:t>
            </a:r>
          </a:p>
          <a:p>
            <a:pPr/>
            <a:r>
              <a:t>Inference = Path</a:t>
            </a:r>
          </a:p>
          <a:p>
            <a:pPr/>
            <a:r>
              <a:t>Logic becomes geometry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Model</a:t>
            </a:r>
          </a:p>
        </p:txBody>
      </p:sp>
      <p:pic>
        <p:nvPicPr>
          <p:cNvPr id="3" name="Picture 2" descr="gyroos_mast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54521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Multi-perspective reasoning</a:t>
            </a:r>
          </a:p>
          <a:p>
            <a:pPr/>
            <a:r>
              <a:t>Conflict-aware inference</a:t>
            </a:r>
          </a:p>
          <a:p>
            <a:pPr/>
            <a:r>
              <a:t>Context-preserving logic</a:t>
            </a:r>
          </a:p>
          <a:p>
            <a:pPr/>
            <a:r>
              <a:t>Dynamic belief revision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Multi-agent AI</a:t>
            </a:r>
          </a:p>
          <a:p>
            <a:pPr/>
            <a:r>
              <a:t>Autonomous systems</a:t>
            </a:r>
          </a:p>
          <a:p>
            <a:pPr/>
            <a:r>
              <a:t>Advanced reasoning engines</a:t>
            </a:r>
          </a:p>
          <a:p>
            <a:pPr/>
            <a:r>
              <a:t>LLM reasoning layer upgrade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Static → Dynamic logic</a:t>
            </a:r>
          </a:p>
          <a:p>
            <a:pPr/>
            <a:r>
              <a:t>Single truth → Multi-truth</a:t>
            </a:r>
          </a:p>
          <a:p>
            <a:pPr/>
            <a:r>
              <a:t>Error handling → Conflict modeling</a:t>
            </a:r>
          </a:p>
          <a:p>
            <a:pPr/>
            <a:r>
              <a:t>Next AI breakthrough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Vision: GyroOS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Logic-native OS</a:t>
            </a:r>
          </a:p>
          <a:p>
            <a:pPr/>
            <a:r>
              <a:t>Context-aware computation</a:t>
            </a:r>
          </a:p>
          <a:p>
            <a:pPr/>
            <a:r>
              <a:t>Semantic state system</a:t>
            </a:r>
          </a:p>
          <a:p>
            <a:pPr/>
            <a:r>
              <a:t>Future AI infrastructure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Research collaboration</a:t>
            </a:r>
          </a:p>
          <a:p>
            <a:pPr/>
            <a:r>
              <a:t>Strategic partnership</a:t>
            </a:r>
          </a:p>
          <a:p>
            <a:pPr/>
            <a:r>
              <a:t>Early integration opportunities</a:t>
            </a:r>
          </a:p>
          <a:p>
            <a:pPr/>
            <a:r>
              <a:t>Building next-gen reasoning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