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GyroOS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Observation‑Driven Operating System</a:t>
            </a:r>
          </a:p>
          <a:p>
            <a:r>
              <a:t>次世代AIシステムのための新しいOSアーキテクチャ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AI・マルチエージェント環境では</a:t>
            </a:r>
          </a:p>
          <a:p>
            <a:r>
              <a:t>・認識の衝突</a:t>
            </a:r>
          </a:p>
          <a:p>
            <a:r>
              <a:t>・状況依存の真理</a:t>
            </a:r>
          </a:p>
          <a:p>
            <a:r>
              <a:t>・履歴依存の意思決定</a:t>
            </a:r>
          </a:p>
          <a:p>
            <a:r>
              <a:t>が常に発生する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現在の限界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従来のシステムは</a:t>
            </a:r>
          </a:p>
          <a:p>
            <a:r>
              <a:t>Instruction‑Driven</a:t>
            </a:r>
          </a:p>
          <a:p>
            <a:r>
              <a:t>単一の真理</a:t>
            </a:r>
          </a:p>
          <a:p>
            <a:r>
              <a:t>静的な状態モデル</a:t>
            </a:r>
          </a:p>
          <a:p>
            <a:r>
              <a:t>を前提としている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GyroOS</a:t>
            </a:r>
          </a:p>
          <a:p>
            <a:r>
              <a:t>Observation‑Driven OS</a:t>
            </a:r>
          </a:p>
          <a:p>
            <a:r>
              <a:t>観測・認識・衝突・履歴・バランス</a:t>
            </a:r>
          </a:p>
          <a:p>
            <a:r>
              <a:t>を第一級概念として扱う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Gyro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観測者相対型論理</a:t>
            </a:r>
          </a:p>
          <a:p>
            <a:r>
              <a:t>Truth = Eval(Slice(World, Query), Goal, Expectation)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Gyro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World → Query → Slice → Perception → Conflict</a:t>
            </a:r>
          </a:p>
          <a:p>
            <a:r>
              <a:t>→ Resolution → History → Goal → Balance → World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アーキテクチャ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Gyro Logic → Gyro Machine → GyroVM → GyroOS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応用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Multi‑Agent Systems</a:t>
            </a:r>
          </a:p>
          <a:p>
            <a:r>
              <a:t>Autonomous Decision Systems</a:t>
            </a:r>
          </a:p>
          <a:p>
            <a:r>
              <a:t>Semantic Conflict Resolution</a:t>
            </a:r>
          </a:p>
          <a:p>
            <a:r>
              <a:t>Adaptive Operating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現在の進捗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Logic / Machine / VM / OS</a:t>
            </a:r>
          </a:p>
          <a:p>
            <a:r>
              <a:t>White Paper</a:t>
            </a:r>
          </a:p>
          <a:p>
            <a:r>
              <a:t>Prototype Kernel (Python)</a:t>
            </a:r>
          </a:p>
          <a:p>
            <a:r>
              <a:t>Architecture Documents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ビジョン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AI‑Native OS</a:t>
            </a:r>
          </a:p>
          <a:p>
            <a:r>
              <a:t>観測・意味・衝突を扱う新しい計算基盤</a:t>
            </a:r>
          </a:p>
          <a:p>
            <a:r>
              <a:t>GyroOS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